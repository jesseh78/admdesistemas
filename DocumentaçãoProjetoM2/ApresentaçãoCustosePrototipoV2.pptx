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779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507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516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504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94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445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003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886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101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568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787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7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CB00AD-49A9-5BB2-946B-A4F7BD5C0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Tecnologias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aplicação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mobile-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lembrete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receitas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07E2E1-66E8-88EE-32D5-3513A8FC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6524"/>
            <a:ext cx="2742603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1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BACC0-5EFB-565E-62CB-5C603065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61999"/>
            <a:ext cx="9739858" cy="976860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Versão de Alto Desempenho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03DC0B-22B3-DA6A-3634-6D3643F16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470244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FrontEnd: React Native + TypeScript – Cross plataforma, integração com APIs nativas</a:t>
            </a:r>
          </a:p>
          <a:p>
            <a:r>
              <a:rPr lang="pt-BR" dirty="0"/>
              <a:t>BackEnd: Java(Spring boot) – Alta escalabilidade e segurança corporativa</a:t>
            </a:r>
          </a:p>
          <a:p>
            <a:r>
              <a:rPr lang="pt-BR" dirty="0"/>
              <a:t>Banco de dados: PostgreSQL(AWS RDS) – Robusto, seguro mas possui hospedagem mensal</a:t>
            </a:r>
          </a:p>
          <a:p>
            <a:r>
              <a:rPr lang="pt-BR" dirty="0"/>
              <a:t>IA/OCR: Google Cloud – Alta taxa de acerto com custos por requisição </a:t>
            </a:r>
          </a:p>
          <a:p>
            <a:r>
              <a:rPr lang="pt-BR" dirty="0"/>
              <a:t>Notificações: Firebase FCM / AWS lambda – muito confiável (requer manutenção)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86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E633-C274-318A-6364-E6EA4F8F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A908E-DC41-5847-483F-70861EF5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61999"/>
            <a:ext cx="9739858" cy="976860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Versão de Alto Desempenho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F98997-7CCF-2E83-BD1C-D68626F73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470244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Autenticação: Auth0 – Muito seguro, porém pago</a:t>
            </a:r>
          </a:p>
          <a:p>
            <a:r>
              <a:rPr lang="pt-BR" dirty="0"/>
              <a:t>Hospedagem: AWS + CI/CD – Alta disponibilidade com custos fixos</a:t>
            </a:r>
          </a:p>
          <a:p>
            <a:r>
              <a:rPr lang="pt-BR" dirty="0"/>
              <a:t>Logs: Datadog – excelente no quesito observabilidade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131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6B40-8AB5-71BA-F2E9-91D28A9A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3B5C5-E8F4-ACBA-1817-294EA924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61999"/>
            <a:ext cx="9739858" cy="976860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Versão Otimizada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023009-1E23-E3ED-804D-B8FA412A7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470244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FrontEnd: Flutter(Dart) – Código único para Android+IOS</a:t>
            </a:r>
          </a:p>
          <a:p>
            <a:r>
              <a:rPr lang="pt-BR" dirty="0"/>
              <a:t>BackEnd: Node.js+express – Simples, rápido e com ótimo custo beneficio</a:t>
            </a:r>
          </a:p>
          <a:p>
            <a:r>
              <a:rPr lang="pt-BR" dirty="0"/>
              <a:t>Banco de dados: Firebase – gratuito ou com baixo custo em uso moderado</a:t>
            </a:r>
          </a:p>
          <a:p>
            <a:r>
              <a:rPr lang="pt-BR" dirty="0"/>
              <a:t>IA/OCR : Google ML KIT – gratuito, processa localmente, sem custo por imagem</a:t>
            </a:r>
          </a:p>
          <a:p>
            <a:r>
              <a:rPr lang="pt-BR" dirty="0"/>
              <a:t>Notificações: FCM + Flutter local notifications – grátis e nativo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928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9C4A-264A-0303-5132-3B6760A4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929D1-8D5D-E773-899B-1A81B585B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61999"/>
            <a:ext cx="9739858" cy="976860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Versão Otimizada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39F69F-E4E6-CF80-0059-724385D3A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470244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Hospedagem: Render/ Railway + CI/CD(</a:t>
            </a:r>
            <a:r>
              <a:rPr lang="pt-BR" u="sng" dirty="0"/>
              <a:t>github</a:t>
            </a:r>
            <a:r>
              <a:rPr lang="pt-BR" dirty="0"/>
              <a:t> actions) – Zero custo inicial</a:t>
            </a:r>
          </a:p>
          <a:p>
            <a:r>
              <a:rPr lang="pt-BR" dirty="0"/>
              <a:t>Logs: Firebase Crashlytics + Sentry free – gratuito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451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497FC-94E0-FF3C-1726-1B7A1BFA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Protótipo V2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99A6F2-7E1F-6D96-209B-3D386E00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7467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223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Tema do Office 2013 - 2022</vt:lpstr>
      <vt:lpstr>Tecnologias do projeto de aplicação mobile- lembrete de receitas  </vt:lpstr>
      <vt:lpstr>Versão de Alto Desempenho </vt:lpstr>
      <vt:lpstr>Versão de Alto Desempenho </vt:lpstr>
      <vt:lpstr>Versão Otimizada</vt:lpstr>
      <vt:lpstr>Versão Otimizada</vt:lpstr>
      <vt:lpstr>Protótipo V2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1205lab019</dc:creator>
  <cp:lastModifiedBy>1205lab019</cp:lastModifiedBy>
  <cp:revision>3</cp:revision>
  <dcterms:created xsi:type="dcterms:W3CDTF">2025-11-10T12:19:18Z</dcterms:created>
  <dcterms:modified xsi:type="dcterms:W3CDTF">2025-11-10T13:07:02Z</dcterms:modified>
</cp:coreProperties>
</file>